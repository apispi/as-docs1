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 Appliance — Recommended Network Placement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gateway in a DMZ / AI-services zone — the single enforced choke point for all LLM and agent traffic</a:t>
            </a:r>
            <a:endParaRPr lang="en-US" sz="1300" dirty="0"/>
          </a:p>
        </p:txBody>
      </p:sp>
      <p:pic>
        <p:nvPicPr>
          <p:cNvPr id="4" name="Image 0" descr="diagram-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448" y="1051560"/>
            <a:ext cx="94488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Placement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0759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07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/ screened subnet, dual-firewall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61848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appliance sits in its own AI-services zone. The internal firewall permits only corporate subnets to reach the gateway port; the perimeter firewall permits only the appliance to reach allow-listed AI provider endpoints on TCP 443 — and denies those destinations for everything else. ApiSpi becomes the single enforced choke point for all LLM and agent traffic.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9067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stays internal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40156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appliance authenticates users against AD / Entra ID (SSO and RBAC decide who may use which models and agents) and streams full prompt/response audit logs to the SIEM — supporting Essential Eight, ISM and PSPF-aligned governance without exposing internal systems to the internet.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7375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73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4800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users come back in, not around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518464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ZTNA users reach ApiSpi the same way office users do, so policy, DLP and logging apply everywhere. Future cloud workloads should point at the same appliance (or a cloud-hosted replica) rather than calling AI providers directly.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E8D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in brief:  inside → ApiSpi gateway port only   ·   ApiSpi → allow-listed AI endpoints (TCP 443) only   ·   all other egress to AI APIs denied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2026-07-25T22:01:28Z</dcterms:created>
  <dcterms:modified xsi:type="dcterms:W3CDTF">2026-07-25T22:01:28Z</dcterms:modified>
</cp:coreProperties>
</file>